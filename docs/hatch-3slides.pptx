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7277edb53446b2" /><Relationship Type="http://schemas.openxmlformats.org/officeDocument/2006/relationships/extended-properties" Target="/docProps/app.xml" Id="R27f1fa47c1684c27" /><Relationship Type="http://schemas.openxmlformats.org/officeDocument/2006/relationships/officeDocument" Target="/ppt/presentation.xml" Id="R5bda7e0ac9e4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ab17f95ae1415b"/>
  </p:sldMasterIdLst>
  <p:notesMasterIdLst>
    <p:notesMasterId xmlns:r="http://schemas.openxmlformats.org/officeDocument/2006/relationships" r:id="Rf1cdaf901d724b77"/>
  </p:notesMasterIdLst>
  <p:sldIdLst>
    <p:sldId xmlns:r="http://schemas.openxmlformats.org/officeDocument/2006/relationships" id="256" r:id="R51c56f4eb76642f8"/>
    <p:sldId xmlns:r="http://schemas.openxmlformats.org/officeDocument/2006/relationships" id="257" r:id="Re2db0e29adb94c1b"/>
    <p:sldId xmlns:r="http://schemas.openxmlformats.org/officeDocument/2006/relationships" id="258" r:id="Rfd33c5cf1da54d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f387097a5c4342" /><Relationship Type="http://schemas.openxmlformats.org/officeDocument/2006/relationships/slideMaster" Target="/ppt/slideMasters/slideMaster1.xml" Id="R49ab17f95ae1415b" /><Relationship Type="http://schemas.openxmlformats.org/officeDocument/2006/relationships/notesMaster" Target="/ppt/notesMasters/notesMaster1.xml" Id="Rf1cdaf901d724b77" /><Relationship Type="http://schemas.openxmlformats.org/officeDocument/2006/relationships/presProps" Target="/ppt/presProps.xml" Id="R3a7a3e00ef9b4cb0" /><Relationship Type="http://schemas.openxmlformats.org/officeDocument/2006/relationships/tableStyles" Target="/ppt/tableStyles.xml" Id="Rf29ce8e10d52488e" /><Relationship Type="http://schemas.openxmlformats.org/officeDocument/2006/relationships/slide" Target="/ppt/slides/slide1.xml" Id="R51c56f4eb76642f8" /><Relationship Type="http://schemas.openxmlformats.org/officeDocument/2006/relationships/slide" Target="/ppt/slides/slide2.xml" Id="Re2db0e29adb94c1b" /><Relationship Type="http://schemas.openxmlformats.org/officeDocument/2006/relationships/slide" Target="/ppt/slides/slide3.xml" Id="Rfd33c5cf1da54d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eba912bcc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c5a808d24d43cd" /><Relationship Type="http://schemas.openxmlformats.org/officeDocument/2006/relationships/notesMaster" Target="/ppt/notesMasters/notesMaster1.xml" Id="Rc53f5fdac8f744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380290326348f8" /><Relationship Type="http://schemas.openxmlformats.org/officeDocument/2006/relationships/notesMaster" Target="/ppt/notesMasters/notesMaster1.xml" Id="R6eb1da69969342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4bb9e745a14bc5" /><Relationship Type="http://schemas.openxmlformats.org/officeDocument/2006/relationships/notesMaster" Target="/ppt/notesMasters/notesMaster1.xml" Id="R5b664ed2ed2e42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and app screenshot supplied by the user. Design targets: 5–50 players, approximately 3 minutes, no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flow based on the supplied product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descriptions supplied by the user. Status caveat preserved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853ddd3d6f43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a017eda56a40cb" /><Relationship Type="http://schemas.openxmlformats.org/officeDocument/2006/relationships/slideLayout" Target="/ppt/slideLayouts/slideLayout1.xml" Id="R19ea2aae7d7f48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ea2aae7d7f48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9fc84ede54f97" /><Relationship Type="http://schemas.openxmlformats.org/officeDocument/2006/relationships/image" Target="/ppt/media/image.jpeg" Id="R36641b285d784d71" /><Relationship Type="http://schemas.openxmlformats.org/officeDocument/2006/relationships/notesSlide" Target="/ppt/notesSlides/notesSlide1.xml" Id="R5ae164097f4541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9f95fdc164ae9" /><Relationship Type="http://schemas.openxmlformats.org/officeDocument/2006/relationships/notesSlide" Target="/ppt/notesSlides/notesSlide2.xml" Id="Rc2858db08a72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974fa61164eef" /><Relationship Type="http://schemas.openxmlformats.org/officeDocument/2006/relationships/notesSlide" Target="/ppt/notesSlides/notesSlide3.xml" Id="R13cad58298f14b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A663C-E46F-41EC-B92D-8F30A067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HATCH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50D06-9918-49C2-9B3E-F5747385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33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79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A crowd creates one creature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D5066-6AFC-4335-812C-756F777E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Feed ingredients. Vote for one of three futures. Take your story home.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BA488-DE44-40BF-9467-DDBE6A9E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5–50 players   ·   ≈3 minutes   ·   no account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41b285d784d71"/>
          <a:stretch xmlns:a="http://schemas.openxmlformats.org/drawingml/2006/main"/>
        </p:blipFill>
        <p:spPr>
          <a:xfrm xmlns:a="http://schemas.openxmlformats.org/drawingml/2006/main">
            <a:off x="6096000" y="2094551"/>
            <a:ext cx="5486400" cy="3087997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AC62D-601D-4004-A3E5-245CEF72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6482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11B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D7F8A-2386-4821-802A-DAD81E64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rPr>
              <a:t>One shared prompt.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9EF37-8781-419C-A19E-0D6D36F9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733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83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Every player adds a piece. The group decides what happens next.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1C57B-3BD1-46F2-8BD5-836D899E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15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862BF-9640-4D76-8343-DBD164A2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A01D1-7849-4CE8-963B-BC69BB8F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62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The game in one screen</a:t>
            </a:r>
          </a:p>
        </p:txBody>
      </p:sp>
    </p:spTree>
    <p:extLst>
      <p:ext uri="{BB962C8B-B14F-4D97-AF65-F5344CB8AC3E}">
        <p14:creationId xmlns:p14="http://schemas.microsoft.com/office/powerpoint/2010/main" val="449300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54CB98-2662-447A-AFB2-0BF48780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The shared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0EB36-201E-4801-AC7E-470D2513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A short loop turns many small choices into one playable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D93B1-0416-4EC7-BB8F-F21E4927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CCEEB-F310-4AAC-AAB1-4078D9A7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90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Ingredient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E0F1A-C663-408F-B7A4-9DB5336D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Each player adds a piece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AAE59-A14B-443B-A198-F663EE9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1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5D998-5BA0-4366-AD37-36DAEC0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954E-DB11-4A58-8A8F-4B020337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05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15s tapping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3ABFD-43A4-46DF-8139-921CBC57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Shape the shared creature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6EAB9-4305-4612-B1FC-FED53CF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15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80444-DB39-406F-83D2-49563493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5EF4A-FAB8-4E6A-BBCB-2AC765B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19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Three futures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AAFD9-2F72-486C-863C-9145BCB1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The group sees what could happen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9F282-A814-4693-8F5D-F866027F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1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1946A-B9B6-4616-AAC5-15CEE5E1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93210-A6B6-4624-B9C3-89A6364F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33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Group vote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2F913-90F4-47F7-9EE0-0963CAEA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5287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One direction wins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21957-33B1-4EC3-A256-44BFD2E7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15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BDE2E-3B13-4D8C-83A7-A1C2A5F7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A3906-19DE-45D7-8A7F-4DE8741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Final adventure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77A6A-8514-4A4F-AD7F-34D375BB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72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Everyone plays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413F7-7F17-4969-AE7A-673C3AE7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15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048ED-4F6D-4ECD-89BC-29A9E5D3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509E7-47DD-47BA-8C4E-8B82A8CE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625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Personal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DD1E3-2C98-4C06-A6C4-E55765EB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816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Each player takes a story home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088FD-2647-4178-BBD2-2952668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15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DE668-F020-470A-A824-C1CC3A42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rPr>
              <a:t>One prompt → many ingredients → one future</a:t>
            </a:r>
          </a:p>
        </p:txBody>
      </p:sp>
    </p:spTree>
    <p:extLst>
      <p:ext uri="{BB962C8B-B14F-4D97-AF65-F5344CB8AC3E}">
        <p14:creationId xmlns:p14="http://schemas.microsoft.com/office/powerpoint/2010/main" val="873417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4EEF9-2C37-4F98-9E25-E1AA2AF3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Three services, three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CAA34-CEEF-4157-B7BC-6153652E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A simple architecture for a shared, generative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43FC1-9558-42A7-9E5F-128B4BDF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1B2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A2794-B551-4AAA-9DF4-46FF6C5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7487F-5DDA-4BE7-BF35-862E805E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621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Neo4j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33E4B-BB45-45D7-8265-8FC6B9E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431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Explains each player’s contribution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87318-9BC7-4583-94F0-466519D3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52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rPr>
              <a:t>Contribution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4F915-0838-4B49-B8F3-24AD745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1B2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92584-E34D-422B-9CE9-F3BE1A69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57E55-D94D-4A38-AC64-A31DCEFC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004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Nosana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C33D9-EE82-407E-97E2-4F6ECAC4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814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Renders creature futures on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10575-23F4-4477-B7F0-3A8EC7B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909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rPr>
              <a:t>Future render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3F93A-DA4E-465E-A8B0-C51EE7B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1B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5CCA0-BE4D-40BA-AFD0-E20F0E69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91596-F00F-47A0-B648-22A98FDE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386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8F6FF"/>
                </a:solidFill>
                <a:latin typeface="Helvetica Neue"/>
                <a:ea typeface="Helvetica Neue"/>
                <a:cs typeface="Helvetica Neue"/>
              </a:rPr>
              <a:t>Daytona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330EE-3A1E-4BE7-90B9-1E5339F1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196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Runs and shares the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6ACD9-16EB-4A47-945B-A7BB75C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29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792E3"/>
                </a:solidFill>
                <a:latin typeface="Helvetica Neue"/>
                <a:ea typeface="Helvetica Neue"/>
                <a:cs typeface="Helvetica Neue"/>
              </a:rPr>
              <a:t>Live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626C5-D77E-4A0D-9AB3-52474A7D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Architecture roles shown here are design targets. Neo4j is verified; Nosana and Daytona remain work in progress.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1C96A-34F9-4AF1-987F-F36DEDDF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15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22C0D-0048-4B83-9F27-B5656033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BF99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89462-BCAF-4930-ABBB-57213874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7B0C8"/>
                </a:solidFill>
                <a:latin typeface="Helvetica Neue"/>
                <a:ea typeface="Helvetica Neue"/>
                <a:cs typeface="Helvetica Neue"/>
              </a:rPr>
              <a:t>How the pieces fit</a:t>
            </a:r>
          </a:p>
        </p:txBody>
      </p:sp>
    </p:spTree>
    <p:extLst>
      <p:ext uri="{BB962C8B-B14F-4D97-AF65-F5344CB8AC3E}">
        <p14:creationId xmlns:p14="http://schemas.microsoft.com/office/powerpoint/2010/main" val="1356803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2026-09-12T07:03:31.0220000Z</dcterms:created>
  <dcterms:modified xsi:type="dcterms:W3CDTF">2026-09-12T07:03:31.0220000Z</dcterms:modified>
</coreProperties>
</file>