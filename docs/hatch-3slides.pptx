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f0b27a33c643db" /><Relationship Type="http://schemas.openxmlformats.org/officeDocument/2006/relationships/extended-properties" Target="/docProps/app.xml" Id="Rc878d2d825d745a6" /><Relationship Type="http://schemas.openxmlformats.org/officeDocument/2006/relationships/officeDocument" Target="/ppt/presentation.xml" Id="Reb8a68cfeb9543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38f27e68544ddd"/>
  </p:sldMasterIdLst>
  <p:notesMasterIdLst>
    <p:notesMasterId xmlns:r="http://schemas.openxmlformats.org/officeDocument/2006/relationships" r:id="Rd586cce19a084075"/>
  </p:notesMasterIdLst>
  <p:sldIdLst>
    <p:sldId xmlns:r="http://schemas.openxmlformats.org/officeDocument/2006/relationships" id="256" r:id="R58bb8178e2104ba3"/>
    <p:sldId xmlns:r="http://schemas.openxmlformats.org/officeDocument/2006/relationships" id="257" r:id="Rd0c9b275479144b1"/>
    <p:sldId xmlns:r="http://schemas.openxmlformats.org/officeDocument/2006/relationships" id="258" r:id="R5077e7bc4f204df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5deb4f5cb54f72" /><Relationship Type="http://schemas.openxmlformats.org/officeDocument/2006/relationships/slideMaster" Target="/ppt/slideMasters/slideMaster1.xml" Id="R3938f27e68544ddd" /><Relationship Type="http://schemas.openxmlformats.org/officeDocument/2006/relationships/notesMaster" Target="/ppt/notesMasters/notesMaster1.xml" Id="Rd586cce19a084075" /><Relationship Type="http://schemas.openxmlformats.org/officeDocument/2006/relationships/presProps" Target="/ppt/presProps.xml" Id="Rd923cfa65fe34bfa" /><Relationship Type="http://schemas.openxmlformats.org/officeDocument/2006/relationships/tableStyles" Target="/ppt/tableStyles.xml" Id="R3bf5aa867075445b" /><Relationship Type="http://schemas.openxmlformats.org/officeDocument/2006/relationships/slide" Target="/ppt/slides/slide1.xml" Id="R58bb8178e2104ba3" /><Relationship Type="http://schemas.openxmlformats.org/officeDocument/2006/relationships/slide" Target="/ppt/slides/slide2.xml" Id="Rd0c9b275479144b1" /><Relationship Type="http://schemas.openxmlformats.org/officeDocument/2006/relationships/slide" Target="/ppt/slides/slide3.xml" Id="R5077e7bc4f204d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b67644c4c449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a0872b18e34122" /><Relationship Type="http://schemas.openxmlformats.org/officeDocument/2006/relationships/notesMaster" Target="/ppt/notesMasters/notesMaster1.xml" Id="R28e0e4a8831b4f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86812741744deb" /><Relationship Type="http://schemas.openxmlformats.org/officeDocument/2006/relationships/notesMaster" Target="/ppt/notesMasters/notesMaster1.xml" Id="Rb7f1a774902f49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767dce8c23472e" /><Relationship Type="http://schemas.openxmlformats.org/officeDocument/2006/relationships/notesMaster" Target="/ppt/notesMasters/notesMaster1.xml" Id="R9ce9280744a646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 and app screenshot supplied by the user. Design targets: 5–50 players, approximately 3 minutes, no account.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Gameplay flow based on the supplied product description.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Role descriptions supplied by the user. Status caveat preserved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8d97edc004f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1335d66b6141bd" /><Relationship Type="http://schemas.openxmlformats.org/officeDocument/2006/relationships/slideLayout" Target="/ppt/slideLayouts/slideLayout1.xml" Id="R3a30989b920140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30989b920140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b72d6a1dc4d2b" /><Relationship Type="http://schemas.openxmlformats.org/officeDocument/2006/relationships/image" Target="/ppt/media/image.jpeg" Id="R8b0c5b6c74de4ee8" /><Relationship Type="http://schemas.openxmlformats.org/officeDocument/2006/relationships/notesSlide" Target="/ppt/notesSlides/notesSlide1.xml" Id="R9ad53ecb442248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5a63f1f564080" /><Relationship Type="http://schemas.openxmlformats.org/officeDocument/2006/relationships/notesSlide" Target="/ppt/notesSlides/notesSlide2.xml" Id="R04cfd237b04140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5daeeec094d91" /><Relationship Type="http://schemas.openxmlformats.org/officeDocument/2006/relationships/notesSlide" Target="/ppt/notesSlides/notesSlide3.xml" Id="R95b55bfd52744df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F1FEE-7991-44DF-A0FF-D9DFD29B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HATCH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3A0BB-614F-495A-BCC7-7959C288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334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1079"/>
          </a:bodyPr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A crowd creates one creature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72D9E9-1BB0-4615-8D06-F537DA6C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24075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555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Feed ingredients. Vote for one of three futures. Take your story home.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35A9F-7396-4C43-9260-04077A24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5–50 players   ·   ≈3 minutes   ·   no account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c5b6c74de4ee8"/>
          <a:stretch xmlns:a="http://schemas.openxmlformats.org/drawingml/2006/main"/>
        </p:blipFill>
        <p:spPr>
          <a:xfrm xmlns:a="http://schemas.openxmlformats.org/drawingml/2006/main">
            <a:off x="6096000" y="2094551"/>
            <a:ext cx="5486400" cy="3087997"/>
          </a:xfrm>
          <a:prstGeom xmlns:a="http://schemas.openxmlformats.org/drawingml/2006/main" prst="roundRect">
            <a:avLst>
              <a:gd name="adj" fmla="val 3738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914E1-9F15-486D-B604-E5C2D2CF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46482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9A4D73-84EA-42A4-9FBC-D02A8F76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One shared prompt.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6C3D86-DA12-498C-BD1C-82661091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583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Every player adds a piece. The group decides what happens next.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BC9637-61FD-4E1C-8AEF-13A22BCB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601268-94FE-401B-924C-E8A52260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D02AB-8C05-4D07-B3CB-40C68A15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36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The game in one screen</a:t>
            </a:r>
          </a:p>
        </p:txBody>
      </p:sp>
    </p:spTree>
    <p:extLst>
      <p:ext uri="{BB962C8B-B14F-4D97-AF65-F5344CB8AC3E}">
        <p14:creationId xmlns:p14="http://schemas.microsoft.com/office/powerpoint/2010/main" val="6961159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62A0A8-2487-471F-86E1-BB22E785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3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The shared game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298CE-DA9E-48DC-A745-6ED5782A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A short loop turns many small choices into one playable story.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BEF4F-835D-4ABD-AF2E-EC25263E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D91AE-2618-4378-BD08-A224BFA8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90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Ingredient roles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94153-C980-49A8-B2CF-62BE60CF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Each player adds a piece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0AE45-EDB9-4452-B65B-CAB0F152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DD1A1-C648-4242-8C63-3747FBF6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B788FD-3EB4-44CE-9D25-7F4A8C09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050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15s tapping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42D72B-575E-44FC-A964-CAB2E18B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2412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Shape the shared creature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93579-779B-4201-9ABA-B5FCAA3A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76A0F-CAF9-414A-9F0D-23A03C32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CA77A1-4450-46A1-816A-F08BE229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19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Three futures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6CBD55-B85A-435E-9492-60C30AEF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The group sees what could happen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F5C1AD-717C-40CD-82EE-4B79E62A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1A4E95-BB6F-43D2-BF11-F650E86A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C0B4-A382-43DE-848B-79CD17BE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338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Group vote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6A051B-4CEF-48B7-BB95-64D1F2D3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5287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One direction wins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735709-8D28-46A5-8806-EF05EFA2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7C49B2-2916-46F6-A66E-89D05BD3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2EA938-F278-40B5-8E7B-27E7F1E5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Final adventure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8BB0A-C7D5-4296-B09E-C2E674B1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67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Everyone plays the result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0A7089-7419-4EB4-A4AE-8C27D00A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6D5D20-1F76-4A5E-8B12-33B906C7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97482A-9759-4C12-A582-D10E7031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3625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Personal 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94742B-0F15-440D-AA33-95808903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8162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Each player takes a story home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C9BBEA-7281-433F-8074-9FFD7220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E6B613-1CC3-4E2F-949D-CFD0388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One prompt → many ingredients → one future</a:t>
            </a:r>
          </a:p>
        </p:txBody>
      </p:sp>
    </p:spTree>
    <p:extLst>
      <p:ext uri="{BB962C8B-B14F-4D97-AF65-F5344CB8AC3E}">
        <p14:creationId xmlns:p14="http://schemas.microsoft.com/office/powerpoint/2010/main" val="16171089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7C312C-7DF2-48CF-8A24-1CFD60FD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3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Three services, three jobs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3EA1E0-80D7-42CA-B8EC-D10098D8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A simple architecture for a shared, generative game.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B9EF6B-2AB3-40DF-9EB8-749E8640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4376E-52A0-4968-97DE-C1B3D0CE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288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1F900-CB38-44E1-B600-910D7917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1621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Neo4j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EFC58-0C49-4BE9-9A62-AEBA6288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5431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Explains each player’s contribution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E01540-C479-4F6F-8198-56F0AC4A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52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Contribution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BF4CE-E5D1-40C4-9F29-A84C5363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478BB-63CB-479E-8B7F-9A804494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6710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B8C4D-E464-4ED1-B099-06E05841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004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Nosana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4B78D5-8112-43E3-B1D2-57914000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81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Renders creature futures on GPU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D796A-064A-4E37-867F-D794701A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909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Future render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B070AD-D322-4A02-B3AF-619360A2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8CDD7B-4F14-46D6-B31C-9E41495C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0DE0E-5F6C-426F-9780-6411558A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38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Daytona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1ABE4A-BB3D-4330-A73F-8EFD92AE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0196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Hosts the game screens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14A9DC-8C7C-4987-A2B6-C03A2D1C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291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Live workspace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5006D9-45B4-4179-B530-D70360F3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Demo: Daytona UI + Mac game server. Neo4j connected. GPU stopped after the demo.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350C1-A7D9-4DE7-9950-46F9B8A4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62F60A-E3E9-4C02-A719-B10789A3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EC78C-6495-45EE-BE55-E0FF036B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572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How the pieces fit</a:t>
            </a:r>
          </a:p>
        </p:txBody>
      </p:sp>
    </p:spTree>
    <p:extLst>
      <p:ext uri="{BB962C8B-B14F-4D97-AF65-F5344CB8AC3E}">
        <p14:creationId xmlns:p14="http://schemas.microsoft.com/office/powerpoint/2010/main" val="4181316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2026-09-12T07:31:13.7460000Z</dcterms:created>
  <dcterms:modified xsi:type="dcterms:W3CDTF">2026-09-12T07:31:13.7460000Z</dcterms:modified>
</coreProperties>
</file>