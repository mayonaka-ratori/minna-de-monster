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bc951882d742b9" /><Relationship Type="http://schemas.openxmlformats.org/officeDocument/2006/relationships/extended-properties" Target="/docProps/app.xml" Id="Rde35d94cf50f4289" /><Relationship Type="http://schemas.openxmlformats.org/officeDocument/2006/relationships/officeDocument" Target="/ppt/presentation.xml" Id="R7d07629c770545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c7737fa3c24f73"/>
  </p:sldMasterIdLst>
  <p:notesMasterIdLst>
    <p:notesMasterId xmlns:r="http://schemas.openxmlformats.org/officeDocument/2006/relationships" r:id="R923cf09f6ff5492f"/>
  </p:notesMasterIdLst>
  <p:sldIdLst>
    <p:sldId xmlns:r="http://schemas.openxmlformats.org/officeDocument/2006/relationships" id="256" r:id="R32765166cded47f1"/>
    <p:sldId xmlns:r="http://schemas.openxmlformats.org/officeDocument/2006/relationships" id="257" r:id="R6faed95a3593444f"/>
    <p:sldId xmlns:r="http://schemas.openxmlformats.org/officeDocument/2006/relationships" id="258" r:id="R4228ca478ada43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d3f59a42284120" /><Relationship Type="http://schemas.openxmlformats.org/officeDocument/2006/relationships/slideMaster" Target="/ppt/slideMasters/slideMaster1.xml" Id="Rb9c7737fa3c24f73" /><Relationship Type="http://schemas.openxmlformats.org/officeDocument/2006/relationships/notesMaster" Target="/ppt/notesMasters/notesMaster1.xml" Id="R923cf09f6ff5492f" /><Relationship Type="http://schemas.openxmlformats.org/officeDocument/2006/relationships/presProps" Target="/ppt/presProps.xml" Id="Rd90cf1b51ec84808" /><Relationship Type="http://schemas.openxmlformats.org/officeDocument/2006/relationships/tableStyles" Target="/ppt/tableStyles.xml" Id="R3060a52e9c434b3e" /><Relationship Type="http://schemas.openxmlformats.org/officeDocument/2006/relationships/slide" Target="/ppt/slides/slide1.xml" Id="R32765166cded47f1" /><Relationship Type="http://schemas.openxmlformats.org/officeDocument/2006/relationships/slide" Target="/ppt/slides/slide2.xml" Id="R6faed95a3593444f" /><Relationship Type="http://schemas.openxmlformats.org/officeDocument/2006/relationships/slide" Target="/ppt/slides/slide3.xml" Id="R4228ca478ada43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0483f86cde4a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f7ce319adf4810" /><Relationship Type="http://schemas.openxmlformats.org/officeDocument/2006/relationships/notesMaster" Target="/ppt/notesMasters/notesMaster1.xml" Id="R7818a22ebcfb49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77b4b12c534479" /><Relationship Type="http://schemas.openxmlformats.org/officeDocument/2006/relationships/notesMaster" Target="/ppt/notesMasters/notesMaster1.xml" Id="Re6211d4080524c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46d97e843248bb" /><Relationship Type="http://schemas.openxmlformats.org/officeDocument/2006/relationships/notesMaster" Target="/ppt/notesMasters/notesMaster1.xml" Id="Rc4a70433552249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 and app screenshot supplied by the user. Design targets: 5–50 players, approximately 3 minutes, no account.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Gameplay flow based on the supplied product description.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Role descriptions supplied by the user. Status caveat preserved on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a495308edc48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0184d9fca14bb7" /><Relationship Type="http://schemas.openxmlformats.org/officeDocument/2006/relationships/slideLayout" Target="/ppt/slideLayouts/slideLayout1.xml" Id="R62be49a2392948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be49a2392948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69f50ebcb4ecf" /><Relationship Type="http://schemas.openxmlformats.org/officeDocument/2006/relationships/image" Target="/ppt/media/image.jpeg" Id="Rc169dfb2d64c487c" /><Relationship Type="http://schemas.openxmlformats.org/officeDocument/2006/relationships/notesSlide" Target="/ppt/notesSlides/notesSlide1.xml" Id="R498c7b6197844e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bc6009a944ab4" /><Relationship Type="http://schemas.openxmlformats.org/officeDocument/2006/relationships/notesSlide" Target="/ppt/notesSlides/notesSlide2.xml" Id="R43f00a49efc843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7c6e589d0f4219" /><Relationship Type="http://schemas.openxmlformats.org/officeDocument/2006/relationships/notesSlide" Target="/ppt/notesSlides/notesSlide3.xml" Id="R41a498e27d3b49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61D2CF-AC44-474F-B435-3CACB9A6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HATCH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1B440-FF0D-4CAA-995F-2ECD15EB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334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1079"/>
          </a:bodyPr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A crowd creates one creature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50FF1F-A935-4E37-A0C2-FE27CA20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24075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555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Feed ingredients. Vote for one of three futures. Take your story home.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9C769-FD18-471D-A60F-40382025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71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5–50 players   ·   ≈3 minutes   ·   no account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9dfb2d64c487c"/>
          <a:stretch xmlns:a="http://schemas.openxmlformats.org/drawingml/2006/main"/>
        </p:blipFill>
        <p:spPr>
          <a:xfrm xmlns:a="http://schemas.openxmlformats.org/drawingml/2006/main">
            <a:off x="6096000" y="2094551"/>
            <a:ext cx="5486400" cy="3087997"/>
          </a:xfrm>
          <a:prstGeom xmlns:a="http://schemas.openxmlformats.org/drawingml/2006/main" prst="roundRect">
            <a:avLst>
              <a:gd name="adj" fmla="val 3738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0B6B8-A3F5-4181-8770-AD163776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4648200" cy="1809750"/>
          </a:xfrm>
          <a:prstGeom xmlns:a="http://schemas.openxmlformats.org/drawingml/2006/main" prst="roundRect">
            <a:avLst>
              <a:gd name="adj" fmla="val 9474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3543D-025D-44AD-B5B6-FE802930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shared prompt.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D22039-B4B8-429A-ABCA-9975CE5B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3733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583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Every player adds a piece. The group decides what happens next.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97F024-08E2-4F25-AB63-4E23F250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2E6B76-A798-47AB-BD22-76E772A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1F994-0272-40B1-8594-05F60675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3627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game in one screen</a:t>
            </a:r>
          </a:p>
        </p:txBody>
      </p:sp>
    </p:spTree>
    <p:extLst>
      <p:ext uri="{BB962C8B-B14F-4D97-AF65-F5344CB8AC3E}">
        <p14:creationId xmlns:p14="http://schemas.microsoft.com/office/powerpoint/2010/main" val="1689588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3F29A9-B7C8-41C4-AC29-2F7573A6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The shared game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59AC19-8DD3-408C-8652-6817403BC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short loop turns many small choices into one playable story.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482F44-5937-4208-BBE4-B24A4874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E28DB-06E2-4A24-A644-ACB74941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790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Ingredient roles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D349E-C9AA-4348-A779-202643E1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adds a piece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D3B8A-0C97-407C-98C0-71B3EA70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9A7C94-F105-4E4B-94F5-9E40E51E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961598-5D67-4367-8643-4DBA2CDC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050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15s tapping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D6B89-38FB-4B98-93F9-C3DA49EDC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241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Shape the shared creature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F27148-4172-4200-B86F-0DFE7968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27F8A-172D-446B-BD00-B4EF00F1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B7521-90AE-4F14-B90B-548E879E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futures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814F57-1811-475B-ADD8-8B428DBA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The group sees what could happen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0ABC13-C9D2-45CC-97F3-04EA537B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AFD28C-5A5B-4C8D-9668-E67CFCC9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3AC3B-65D6-4687-BC00-EF5E8EE2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338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Group vote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84454-48D6-452B-A229-2522F98C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5287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One direction wins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2025E-9CA9-4B01-AF1C-858AAC02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4817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D2FEB6-A263-40B8-AD41-E0D4AF66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852D82-2B98-4983-BC2F-E9C0E7D9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482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Final adventure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F1942A-36BC-4131-A526-DD32C00F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67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Everyone plays the result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B4E6B0E-6460-4101-9369-C4FC3125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33ED3B-8F63-4EA1-9B8D-D5883558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1156A9-CCFB-4EF5-B2BD-2745FD97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3625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Personal 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936DA2-2C2F-4BA0-A0F5-8C1B38C5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381625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Each player takes a story home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67237D-B0A9-443E-9EEF-9DEFDD53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D3F89D-5A27-4DE9-93B5-88FE5A34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674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One prompt → many ingredients → one future</a:t>
            </a:r>
          </a:p>
        </p:txBody>
      </p:sp>
    </p:spTree>
    <p:extLst>
      <p:ext uri="{BB962C8B-B14F-4D97-AF65-F5344CB8AC3E}">
        <p14:creationId xmlns:p14="http://schemas.microsoft.com/office/powerpoint/2010/main" val="1997612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410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C1980D-ACA6-4C7F-82F3-289247C0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063"/>
          </a:bodyPr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Three services, three jobs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8BB29B-602A-466A-A369-EB4282C6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333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A simple architecture for a shared, generative game.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80655-627F-4EFF-971F-2691ED8A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4CF2F-E1F6-41A7-8A4A-306245E6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288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EC1AB-12FA-4146-BFD8-5C738211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1621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Neo4j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CAEAE-22F9-4814-9575-E75049BB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5431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Explains each player’s contribution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40532-ED63-4248-AD56-AD431233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526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Contribution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FDC30B-2DB2-4397-AE5D-4A5397E5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DA2A8-38CC-45BE-A738-94520BCB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6710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3F379D-5550-4931-89D0-25AF0E15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4004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Nosana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BBEE67-359E-4C78-B716-35E1B2B3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8142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Renders creature futures on GPU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C14F4-136E-4C77-BDDA-874A1C81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Future render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B360FA-F952-4322-AE9E-3785F601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8204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11B2D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762661-91B2-4AE6-9B25-CC2CCAB9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05350"/>
            <a:ext cx="533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50F81B-B533-4062-9226-6B7B18BB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638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i="0">
                <a:solidFill>
                  <a:srgbClr val="F8F6FF"/>
                </a:solidFill>
                <a:latin typeface="Helvetica Neue"/>
                <a:ea typeface="Helvetica Neue"/>
                <a:cs typeface="Helvetica Neue"/>
              </a:rPr>
              <a:t>Daytona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185F88-8517-4EC0-A211-1CA43243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019675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Runs and shares the 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C7018D-3394-4511-B7B0-37F60970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291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i="0">
                <a:solidFill>
                  <a:srgbClr val="A792E3"/>
                </a:solidFill>
                <a:latin typeface="Helvetica Neue"/>
                <a:ea typeface="Helvetica Neue"/>
                <a:cs typeface="Helvetica Neue"/>
              </a:rPr>
              <a:t>Live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3CA06B-C775-41ED-9AE8-6A802063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Neo4j and Nosana verified. Daytona deployment pending. GPU stopped after the demo.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51657F-66E9-4B86-AFAB-CFDA0B1D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315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E85A41-1462-4BC0-8DF0-12DB33C7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0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 i="0">
                <a:solidFill>
                  <a:srgbClr val="DBF99C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D6BECD-BFA2-45E6-93A0-74F3CC0A3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5722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57778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 i="0">
                <a:solidFill>
                  <a:srgbClr val="B7B0C8"/>
                </a:solidFill>
                <a:latin typeface="Helvetica Neue"/>
                <a:ea typeface="Helvetica Neue"/>
                <a:cs typeface="Helvetica Neue"/>
              </a:rPr>
              <a:t>How the pieces fit</a:t>
            </a:r>
          </a:p>
        </p:txBody>
      </p:sp>
    </p:spTree>
    <p:extLst>
      <p:ext uri="{BB962C8B-B14F-4D97-AF65-F5344CB8AC3E}">
        <p14:creationId xmlns:p14="http://schemas.microsoft.com/office/powerpoint/2010/main" val="3907740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2026-09-12T07:07:12.5880000Z</dcterms:created>
  <dcterms:modified xsi:type="dcterms:W3CDTF">2026-09-12T07:07:12.5880000Z</dcterms:modified>
</coreProperties>
</file>