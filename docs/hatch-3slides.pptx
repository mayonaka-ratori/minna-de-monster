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800c0c9cee4fc7" /><Relationship Type="http://schemas.openxmlformats.org/officeDocument/2006/relationships/extended-properties" Target="/docProps/app.xml" Id="R06f308904b244d4b" /><Relationship Type="http://schemas.openxmlformats.org/officeDocument/2006/relationships/officeDocument" Target="/ppt/presentation.xml" Id="R404c2a09f7534a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42fee801f14f20"/>
  </p:sldMasterIdLst>
  <p:notesMasterIdLst>
    <p:notesMasterId xmlns:r="http://schemas.openxmlformats.org/officeDocument/2006/relationships" r:id="Rf9ebb91928a948c9"/>
  </p:notesMasterIdLst>
  <p:sldIdLst>
    <p:sldId xmlns:r="http://schemas.openxmlformats.org/officeDocument/2006/relationships" id="256" r:id="R70b86f4bea3d4897"/>
    <p:sldId xmlns:r="http://schemas.openxmlformats.org/officeDocument/2006/relationships" id="257" r:id="R9a23779025724692"/>
    <p:sldId xmlns:r="http://schemas.openxmlformats.org/officeDocument/2006/relationships" id="258" r:id="Rf59b796d0c7544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a22359fefa4982" /><Relationship Type="http://schemas.openxmlformats.org/officeDocument/2006/relationships/slideMaster" Target="/ppt/slideMasters/slideMaster1.xml" Id="Rb242fee801f14f20" /><Relationship Type="http://schemas.openxmlformats.org/officeDocument/2006/relationships/notesMaster" Target="/ppt/notesMasters/notesMaster1.xml" Id="Rf9ebb91928a948c9" /><Relationship Type="http://schemas.openxmlformats.org/officeDocument/2006/relationships/presProps" Target="/ppt/presProps.xml" Id="Re8908f24f22c4420" /><Relationship Type="http://schemas.openxmlformats.org/officeDocument/2006/relationships/tableStyles" Target="/ppt/tableStyles.xml" Id="Rea2deddeaf27412c" /><Relationship Type="http://schemas.openxmlformats.org/officeDocument/2006/relationships/slide" Target="/ppt/slides/slide1.xml" Id="R70b86f4bea3d4897" /><Relationship Type="http://schemas.openxmlformats.org/officeDocument/2006/relationships/slide" Target="/ppt/slides/slide2.xml" Id="R9a23779025724692" /><Relationship Type="http://schemas.openxmlformats.org/officeDocument/2006/relationships/slide" Target="/ppt/slides/slide3.xml" Id="Rf59b796d0c7544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6f8fad79ad41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36df6c5e104dbc" /><Relationship Type="http://schemas.openxmlformats.org/officeDocument/2006/relationships/notesMaster" Target="/ppt/notesMasters/notesMaster1.xml" Id="Rd78b9c10df4547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fcaaadfc48493b" /><Relationship Type="http://schemas.openxmlformats.org/officeDocument/2006/relationships/notesMaster" Target="/ppt/notesMasters/notesMaster1.xml" Id="R81d765139add45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67d0085b83405f" /><Relationship Type="http://schemas.openxmlformats.org/officeDocument/2006/relationships/notesMaster" Target="/ppt/notesMasters/notesMaster1.xml" Id="R73f6ba0c397346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Concept and app screenshot supplied by the user. Design targets: 5–50 players, approximately 3 minutes, no account.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Gameplay flow based on the supplied product description.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Role descriptions supplied by the user. Status caveat preserved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87facc52dd4b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a047958fad4edd" /><Relationship Type="http://schemas.openxmlformats.org/officeDocument/2006/relationships/slideLayout" Target="/ppt/slideLayouts/slideLayout1.xml" Id="R77253b38e32e42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253b38e32e42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ac13f7c3b4d85" /><Relationship Type="http://schemas.openxmlformats.org/officeDocument/2006/relationships/image" Target="/ppt/media/image.jpeg" Id="R885b6c8c6ef94cee" /><Relationship Type="http://schemas.openxmlformats.org/officeDocument/2006/relationships/notesSlide" Target="/ppt/notesSlides/notesSlide1.xml" Id="Rf1a23c8417d545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30cb1701f42eb" /><Relationship Type="http://schemas.openxmlformats.org/officeDocument/2006/relationships/notesSlide" Target="/ppt/notesSlides/notesSlide2.xml" Id="R9829e4e15d3047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c64bbbac046bc" /><Relationship Type="http://schemas.openxmlformats.org/officeDocument/2006/relationships/notesSlide" Target="/ppt/notesSlides/notesSlide3.xml" Id="Rfe3f293e225143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A6C1E-454A-4B21-8DC1-66DB45A3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HATCH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489F0C-7126-4E7C-8C1D-570D0555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334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1079"/>
          </a:bodyPr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A crowd creates one creature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647BE2-7DE1-48FA-815D-B0141DB5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24075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555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Feed ingredients. Vote for one of three futures. Take your story home.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63B7D-BC21-4F5D-816E-0D960211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5–50 players   ·   ≈3 minutes   ·   no account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5b6c8c6ef94cee"/>
          <a:stretch xmlns:a="http://schemas.openxmlformats.org/drawingml/2006/main"/>
        </p:blipFill>
        <p:spPr>
          <a:xfrm xmlns:a="http://schemas.openxmlformats.org/drawingml/2006/main">
            <a:off x="6096000" y="2094551"/>
            <a:ext cx="5486400" cy="3087997"/>
          </a:xfrm>
          <a:prstGeom xmlns:a="http://schemas.openxmlformats.org/drawingml/2006/main" prst="roundRect">
            <a:avLst>
              <a:gd name="adj" fmla="val 3738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8CB7DC-CC8D-44CA-8B9A-F6AF8835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46482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C76868-F75C-44D4-84E8-54416295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One shared prompt.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E631E7-738C-4C96-A5FA-4E76EDEF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583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Every player adds a piece. The group decides what happens next.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E7A03E-DE5C-4015-ABBD-2B585605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351E82-60ED-4C7B-99B8-0DB4C4B1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D8721F-AB7F-478C-8596-EED986BD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36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The game in one screen</a:t>
            </a:r>
          </a:p>
        </p:txBody>
      </p:sp>
    </p:spTree>
    <p:extLst>
      <p:ext uri="{BB962C8B-B14F-4D97-AF65-F5344CB8AC3E}">
        <p14:creationId xmlns:p14="http://schemas.microsoft.com/office/powerpoint/2010/main" val="14233334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C14F85-D3C1-4665-AAFC-C392D18E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3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The shared game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4A3AD8-2BB3-4F45-BC80-B14F3CAA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A short loop turns many small choices into one playable story.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B4F01-EBEF-499C-9D16-3D191C13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4CDA9-11B8-4DED-9991-25E0603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90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Ingredient roles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6173E0-FAAA-42C7-BEC1-3C60D923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Each player adds a piece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5EDF5-C5FC-4EFA-BE38-31A1723E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07FA6C-C721-4744-B02B-464096EB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48284-3D67-4BE8-B854-13754003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050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15s tapping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4F0ED4-BF94-4E6A-82A4-571F7DDA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2412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Shape the shared creature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54A68D-0AAE-4137-B597-AAABE700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F181BE-6151-46AF-9E23-964F7974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3B0711-974B-4F09-B09C-D69B6B19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19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Three futures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C69A6-AE9F-49F8-A970-4E6CFFF8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The group sees what could happen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4D1D48-405E-42FF-A936-88272830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F8A8FE-D377-4DB7-8874-44E82D4D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C1F2F-5702-4500-B611-5BEE272A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338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Group vote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140E2-9355-4798-98E4-E5CCA291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5287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One direction wins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010752-E177-43B7-90D3-518AC6FE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4817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D885F9-4397-4F3C-8A78-3E24CA87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E2A6E7-4034-41C6-B559-A66FFCA9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48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Final adventure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48C70F-FBB5-4C7B-A376-EC2E8031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67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Everyone plays the result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CE595E-2323-401D-86E3-521B0CA1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3FF9A0-ADA9-46EF-A8D7-BD176CBF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5F1674-EB62-4366-85B6-6B36CEE9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3625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Personal 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C3B50E-819F-42F0-8A87-E92974E0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8162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Each player takes a story home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70105E-FA99-4D7F-B7CE-EB568C74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24CBA8-7199-47BF-AC90-1F4E8DB0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One prompt → many ingredients → one future</a:t>
            </a:r>
          </a:p>
        </p:txBody>
      </p:sp>
    </p:spTree>
    <p:extLst>
      <p:ext uri="{BB962C8B-B14F-4D97-AF65-F5344CB8AC3E}">
        <p14:creationId xmlns:p14="http://schemas.microsoft.com/office/powerpoint/2010/main" val="16049960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2F24FC-5F63-4C43-8D25-6BD4A6A3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3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Three services, three jobs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56F37C-708D-4E66-A1AC-F313D18E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A simple architecture for a shared, generative game.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507814-F1F0-4A02-9274-26DEB0D4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C4987-E13F-4A15-B0ED-F425FC80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288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52970-C1F8-4FFD-9B14-1D18B072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1621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Neo4j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302A1-2A8A-4497-9859-FB28070E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5431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Explains each player’s contribution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4AF18-7518-44B4-B2F2-F0CD4695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52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Contribution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5A782-EA52-43ED-894B-F15A0CF8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7DD4A1-92FA-4B54-A103-CF5289D6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6710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77AFCA-F0E1-42F2-83C1-4685C977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004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Nosana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66B364-88BC-478C-A728-019ACED8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81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Renders creature futures on GPU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CC9DF-4DFE-4C0F-91EB-EB125EF1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909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Future render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7C4738-B42A-491D-AA87-146ABFEB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0A75FC-82D3-40A5-BFAB-82BA67D9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53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BD295-783E-4183-8237-488D29A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38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Daytona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F06E05-C4AF-448B-99F0-04E1AF5A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0196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Runs and shares the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870CB1-14FA-437D-8C0C-E8259452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291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Live workspace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6F2D0F-1FC9-4BB3-9F7B-5C18931D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Neo4j and Nosana verified. App deployed on Daytona. GPU stopped after the demo.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DC365C-4051-4CB1-A5BA-129834F8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BFE536-6C4C-4214-8D4E-A76595B8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9F5BA4-BF95-45BC-91D2-4E9F1C35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5722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How the pieces fit</a:t>
            </a:r>
          </a:p>
        </p:txBody>
      </p:sp>
    </p:spTree>
    <p:extLst>
      <p:ext uri="{BB962C8B-B14F-4D97-AF65-F5344CB8AC3E}">
        <p14:creationId xmlns:p14="http://schemas.microsoft.com/office/powerpoint/2010/main" val="62186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2026-09-12T07:16:45.3990000Z</dcterms:created>
  <dcterms:modified xsi:type="dcterms:W3CDTF">2026-09-12T07:16:45.3990000Z</dcterms:modified>
</coreProperties>
</file>